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91695" cy="23774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Travel Organizer Offline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App mobile in Flutter per organizzare i viaggi, anche offline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41848" y="4114800"/>
            <a:ext cx="914400" cy="77724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70448" y="3950208"/>
            <a:ext cx="457200" cy="256032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41848" y="4434840"/>
            <a:ext cx="914400" cy="109728"/>
          </a:xfrm>
          <a:prstGeom prst="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72865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03C8F"/>
                </a:solidFill>
                <a:latin typeface="Calibri"/>
              </a:rPr>
              <a:t>Gruppo: Componente 1  ·  Componente 2  ·  Componente 3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Mobile Programming — Anno Accademico 2025/2026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L'idea dell'app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137160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Obiettivo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Aiutare l'utente a organizzare i propri viaggi — itinerari, tappe, attività, checklist e spese — mantenendo tutto disponibile anche senza connessione di rete.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53949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Il problema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Le informazioni di un viaggio sono sparse tra note, chat e siti, e richiedono una connessione per essere consultate.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88920"/>
            <a:ext cx="53949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La soluzione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Un'unica app, 100% offline, senza backend né API remote: i dati vivono sul dispositivo.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03C8F"/>
                </a:solidFill>
                <a:latin typeface="Calibri"/>
              </a:rPr>
              <a:t>Utenti: viaggiatori, studenti, famiglie — chiunque voglia tenere sotto controllo programma, bagaglio e budget.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Funzionalità principali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Viaggi — CRUD, stato, budget, tag, modalità di viaggio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Tappe / giornate — riordinabili con drag &amp; drop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Attività — categoria, orario, luogo, costo, stato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Checklist — documenti e cose da fare, con avanzamento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Spese — previste/effettive, confronto col budget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Ricerca e filtri — su ogni entità + ricerca globale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Statistiche — riepiloghi e grafici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Calendario — vista mensile con marker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120640"/>
            <a:ext cx="11064240" cy="82296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Tutti i dati con inserimento, modifica, visualizzazione ed eliminazione (CRUD completo).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Le schermate più importanti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C8F"/>
                </a:solidFill>
                <a:latin typeface="Calibri"/>
              </a:rPr>
              <a:t>Navigazione a 4 sezioni (Bottom Navigation Bar):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Viaggi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Elenco con ricerca, filtri e azioni rapide.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645920"/>
            <a:ext cx="26517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Calendario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Mese con marker per viaggi e attività.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645920"/>
            <a:ext cx="26517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Statistiche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Totali, grafici e salute del budget.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0264" y="1645920"/>
            <a:ext cx="2651760" cy="155448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Emergenza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Dati medici e numeri utili.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03C8F"/>
                </a:solidFill>
                <a:latin typeface="Calibri"/>
              </a:rPr>
              <a:t>Dettaglio viaggio — 6 schede: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1064240" cy="8229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565C0"/>
                </a:solidFill>
                <a:latin typeface="Calibri"/>
              </a:rPr>
              <a:t>Tappe   ·   Attività   ·   Checklist   ·   Spese   ·   Timeline   ·   Valigia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Scelte progettuali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86868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Architettura a livelli:  UI → Provider (Stato) → Repository → Database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394960" cy="26517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Pattern mobile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Stato con provider (ChangeNotifier)
• Navigazione Navigator + passaggio dati
• IndexedStack per i tab
• Material 3, empty state, validazioni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377440"/>
            <a:ext cx="5394960" cy="26517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Persistenza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sqflite (locale, offline)
• Chiavi esterne + eliminazione a cascata
• Schema versionato con migrazioni
• Repository per le query 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Feature avanzate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17373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Packing list intelligente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Tag del viaggio (Mare, Estero…) → oggetti suggeriti, organizzati in sacchetti con avanzamento per sacchetto.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17373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Timeline con tempi liberi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Attività come blocchi colorati per categoria; badge "Hai 3h di tempo libero".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394960" cy="17373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Budget "gamification"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Barra verde→giallo→rosso + ritmo di spesa: ricalcola il budget giornaliero e avvisa sugli sforamenti.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394960" cy="173736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Esporta / Importa viaggio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Viaggio in JSON condiviso col menu nativo e reimportabile su un altro dispositivo.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Feature avanzate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Diario di viaggio con foto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Per ogni attività: un ricordo + una foto dalla galleria/fotocamera.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Sezione Emergenza (ICE)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Dati medici locali + numeri di emergenza dedotti dal paese (112, 911…).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Notifiche locali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Promemoria 30 min prima di un'attività, anche ad app chiusa.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889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Ricerca globale "Spotlight"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Cerca in tempo reale tra viaggi, tappe, attività e spese.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Calendario interattivo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Marker su partenze, ritorni e attività.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394960" cy="1417320"/>
          </a:xfrm>
          <a:prstGeom prst="roundRect">
            <a:avLst/>
          </a:prstGeom>
          <a:solidFill>
            <a:srgbClr val="E9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565C0"/>
                </a:solidFill>
                <a:latin typeface="Calibri"/>
              </a:rPr>
              <a:t>Duplicazione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Di viaggi, tappe e checklist.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Integrità e coerenza dei dati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Niente viaggi sovrapposti: bloccate le date che si accavallano.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Eliminazione a cascata: cancellando un viaggio si rimuovono tappe, attività, checklist e spese.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Validazioni: date coerenti e campi obbligatori.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12121"/>
                </a:solidFill>
                <a:latin typeface="Calibri"/>
              </a:rPr>
              <a:t>•  Test automatici: avvio app, integrità date, esporta/importa, dati di esempio.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54880"/>
            <a:ext cx="11064240" cy="91440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 viaggi di esempio precaricati: Tokyo, Barcellona, Roma (conclusi) e Parigi (itinerario completo, 27 ott – 1 nov 2026).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Difficoltà incontrate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Integrazioni native multipiattaforma (notifiche, fotocamera): gestite con "guardie" che le rendono inoffensive su Web e nei test.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Fusi orari per le notifiche programmate: risolto con la libreria timezone.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Foto cross-platform: percorso file su mobile, URL su Web — un widget dedicato sceglie come caricarle.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Evoluzione dello schema senza perdere i dati: introdotte le migrazioni del database.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•  Coerenza delle statistiche dopo le eliminazioni: allineamento delle cache in memoria.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Demo dell'app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Travel Organizer Offline  ·  Mobile Programming 2025/2026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64240" cy="640080"/>
          </a:xfrm>
          <a:prstGeom prst="round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Percorso della demo dal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789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1.  Apertura su Parigi (viaggio in programma) e itinerario completo.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2.  Scheda Valigia: "Genera lista" → oggetti organizzati in sacchetti.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3.  Scheda Spese: barra del budget e ritmo di spesa.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4.  Timeline con i tempi liberi tra le attività.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5.  Diario: aggiunta di una foto a un'attività.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6.  Calendario, Ricerca globale ed Emergenza.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7.  Esporta un viaggio e mostra il menu di condivisione.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8655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Grazie!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Travel Organizer Offline — 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Organizer Offline</dc:title>
  <dc:subject>Presentazione del progetto - Mobile Programming</dc:subject>
  <dc:creator>Gruppo</dc:creator>
  <cp:keywords/>
  <dc:description/>
  <cp:lastModifiedBy>Gruppo</cp:lastModifiedBy>
  <cp:revision>1</cp:revision>
  <dcterms:created xsi:type="dcterms:W3CDTF">2013-01-27T09:14:16Z</dcterms:created>
  <dcterms:modified xsi:type="dcterms:W3CDTF">2013-01-27T09:15:58Z</dcterms:modified>
  <cp:category/>
</cp:coreProperties>
</file>